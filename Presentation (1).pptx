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5E01B-4308-B649-CCC8-B3DAB0B613B6}" v="54" dt="2026-06-03T12:00:30.991"/>
    <p1510:client id="{D92B8BB5-1E69-4F8A-CDDF-E3B0D820338A}" v="483" dt="2026-06-03T18:26:22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i="1"/>
              <a:t>Genshin Impact tut :)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 i="1"/>
              <a:t>By: Major Bianka, Sobol Mariia, Vastag Szabó Médea.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210F5E7-6DAA-B555-E295-58C09CBA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hu-HU" sz="4000" b="1" i="1">
                <a:solidFill>
                  <a:schemeClr val="bg1"/>
                </a:solidFill>
              </a:rPr>
              <a:t>A kezdet és az ismeretlen isten.</a:t>
            </a:r>
            <a:endParaRPr lang="hu-HU" sz="400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E2DFEE-DDDF-88B4-B65C-F89307CE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 történet két testvérrel kezdődik: az Utazóval (traveler) és az ikertestvérével (Lumine és Aether). Ők világok között utaznak, de amikor el akarják hagyni Teyvat világát, egy titokzatos lény, az ismeretlen isten (unknow god) megállítja őket.</a:t>
            </a: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Az egyik testvért elrabolja, a másikat pedig évszázadokra álomba taszítja. Az Utazó 500 évvel később ébred fel, és találkozik Paimonnal aki a társa lesz.</a:t>
            </a: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Az Utazó célja egyszerűnek tűnik: megtalálni az elveszett testvérét. Később azonban rájön, hogy Teyvat tele van titkokkal, amelyek sokkal nagyobbak annál, mint hogy egyszerűen csak megkeresse a testvérét.</a:t>
            </a:r>
            <a:endParaRPr lang="hu-HU" sz="1700" b="1" i="1">
              <a:solidFill>
                <a:schemeClr val="bg1"/>
              </a:solidFill>
            </a:endParaRPr>
          </a:p>
        </p:txBody>
      </p:sp>
      <p:pic>
        <p:nvPicPr>
          <p:cNvPr id="4" name="Kép 3" descr="Traveler (Genshin Impact) | Top-Strongest Wikia | Fandom">
            <a:extLst>
              <a:ext uri="{FF2B5EF4-FFF2-40B4-BE49-F238E27FC236}">
                <a16:creationId xmlns:a16="http://schemas.microsoft.com/office/drawing/2014/main" id="{578A1487-A5DF-259B-E469-801678857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8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3625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Genshin Impact: Venti's Best Artifacts, Weapon &amp; Team">
            <a:extLst>
              <a:ext uri="{FF2B5EF4-FFF2-40B4-BE49-F238E27FC236}">
                <a16:creationId xmlns:a16="http://schemas.microsoft.com/office/drawing/2014/main" id="{E3BCE5FD-EB3B-D9C6-7E5E-6FE0889C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" r="-1" b="7833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4" name="Kép 3" descr="Genshin Impact: New Mondstadt Expansion &amp; Characters… | EarlyGame">
            <a:extLst>
              <a:ext uri="{FF2B5EF4-FFF2-40B4-BE49-F238E27FC236}">
                <a16:creationId xmlns:a16="http://schemas.microsoft.com/office/drawing/2014/main" id="{D616A8E7-B415-D187-19FD-655EE753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55" r="-1" b="7831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0A7F6F-E5F2-923F-90E5-61B74DAD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hu-HU" sz="3400" b="1" i="1">
                <a:solidFill>
                  <a:schemeClr val="bg1"/>
                </a:solidFill>
              </a:rPr>
              <a:t>Mondstand</a:t>
            </a:r>
            <a:endParaRPr lang="hu-HU" sz="34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E47BA1-74F8-172D-75BA-7831448E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Az Utazó először Mondstadtba érkezik, amelyet a Szél (Anemo) Archonja (isten), Venti (Barbatos) védelmez. A várost egy hatalmas sárkány, Dvalin támadja. Régen ő volt Mondstadt egyik őrzője, de valami átok megrontotta.</a:t>
            </a:r>
          </a:p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Dvalin meg mentése után jelenik meg először a Fatui egyik vezetője, La Signora, aki ellopja Venti Gnózisát, egy különleges ereklyét, amely az Archonok (Istenek) hatalmának része.</a:t>
            </a:r>
            <a:endParaRPr lang="hu-HU" sz="2000" b="1" i="1" dirty="0">
              <a:solidFill>
                <a:schemeClr val="bg1"/>
              </a:solidFill>
            </a:endParaRPr>
          </a:p>
          <a:p>
            <a:endParaRPr lang="hu-HU" sz="2000" b="1" i="1" dirty="0">
              <a:solidFill>
                <a:schemeClr val="bg1"/>
              </a:solidFill>
            </a:endParaRPr>
          </a:p>
          <a:p>
            <a:endParaRPr lang="hu-HU" sz="2000"/>
          </a:p>
        </p:txBody>
      </p:sp>
      <p:pic>
        <p:nvPicPr>
          <p:cNvPr id="6" name="Kép 5" descr="Element Roundup: Anemo Genshin Impact | HoYoLAB">
            <a:extLst>
              <a:ext uri="{FF2B5EF4-FFF2-40B4-BE49-F238E27FC236}">
                <a16:creationId xmlns:a16="http://schemas.microsoft.com/office/drawing/2014/main" id="{DF0E9763-7C07-FC5B-267F-3293E22F2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133" y="2600394"/>
            <a:ext cx="1524691" cy="15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6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B066AF-F150-1606-2794-9BE3EB92A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6600" b="1" i="1">
                <a:solidFill>
                  <a:schemeClr val="bg1"/>
                </a:solidFill>
              </a:rPr>
              <a:t>Liyue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BCC591-A8CE-DB80-026A-703B5739A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Liyue-ban az Utazó egy furcsa esemény közepébe csöppen. A Geo (föld) Archon, Rex Lapis látszólag meghal egy ünnepség alatt. Mindenki gyilkosságra gyanakszik.</a:t>
            </a:r>
            <a:endParaRPr lang="hu-HU" sz="2200" b="1" i="1" dirty="0">
              <a:solidFill>
                <a:schemeClr val="bg1"/>
              </a:solidFill>
            </a:endParaRPr>
          </a:p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Később kiderül, hogy Zhongli valójában maga Rex Lapis. Csupán meg akarta nézni, képes-e Liyue nélküle tovább élni.</a:t>
            </a:r>
            <a:endParaRPr lang="hu-HU" sz="2200" b="1" i="1" dirty="0">
              <a:solidFill>
                <a:schemeClr val="bg1"/>
              </a:solidFill>
            </a:endParaRPr>
          </a:p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A történet végén Zhongli önként átadja a Gnózisát a Fatui szervezetnek.</a:t>
            </a:r>
            <a:endParaRPr lang="hu-HU" sz="2200" b="1" i="1" dirty="0">
              <a:solidFill>
                <a:schemeClr val="bg1"/>
              </a:solidFill>
            </a:endParaRPr>
          </a:p>
          <a:p>
            <a:endParaRPr lang="hu-HU" sz="2200" b="1" i="1" dirty="0">
              <a:solidFill>
                <a:schemeClr val="bg1"/>
              </a:solidFill>
            </a:endParaRPr>
          </a:p>
          <a:p>
            <a:endParaRPr lang="hu-HU" sz="2200"/>
          </a:p>
        </p:txBody>
      </p:sp>
      <p:pic>
        <p:nvPicPr>
          <p:cNvPr id="6" name="Kép 5" descr="Malvina - Rex Lapis">
            <a:extLst>
              <a:ext uri="{FF2B5EF4-FFF2-40B4-BE49-F238E27FC236}">
                <a16:creationId xmlns:a16="http://schemas.microsoft.com/office/drawing/2014/main" id="{66FBF5E7-ABDC-6D68-4A4D-23D97FA6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0" r="1" b="31753"/>
          <a:stretch>
            <a:fillRect/>
          </a:stretch>
        </p:blipFill>
        <p:spPr>
          <a:xfrm>
            <a:off x="8156454" y="-7"/>
            <a:ext cx="4035547" cy="4178808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4" name="Kép 3" descr="Finally finished this illustration of Liyue from Genshin Impact. I almost  never paint landscape or city illustrations, so this one was a big  challenge and took me a while to finish. Do">
            <a:extLst>
              <a:ext uri="{FF2B5EF4-FFF2-40B4-BE49-F238E27FC236}">
                <a16:creationId xmlns:a16="http://schemas.microsoft.com/office/drawing/2014/main" id="{3842EE62-51A8-616C-C2C0-B7DEF0753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3" r="2" b="1463"/>
          <a:stretch>
            <a:fillRect/>
          </a:stretch>
        </p:blipFill>
        <p:spPr>
          <a:xfrm>
            <a:off x="8144356" y="4267201"/>
            <a:ext cx="4047645" cy="2590808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pic>
        <p:nvPicPr>
          <p:cNvPr id="7" name="Kép 6" descr="Geo Characters, Elemental Reactions, and Resonance - Genshin Impact - Icy  Veins">
            <a:extLst>
              <a:ext uri="{FF2B5EF4-FFF2-40B4-BE49-F238E27FC236}">
                <a16:creationId xmlns:a16="http://schemas.microsoft.com/office/drawing/2014/main" id="{BB3123DA-2283-45F1-569F-5A67BA43E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481" y="3417611"/>
            <a:ext cx="1513647" cy="15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3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354CA34-5565-4C32-980C-77A44306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hu-HU" sz="4000" b="1" i="1">
                <a:solidFill>
                  <a:schemeClr val="bg1"/>
                </a:solidFill>
              </a:rPr>
              <a:t>Inazuma</a:t>
            </a:r>
            <a:endParaRPr lang="hu-HU" sz="400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C72D1A-C32E-60DF-34A0-69FDD8F3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940" y="2188698"/>
            <a:ext cx="5981278" cy="36905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Inazumát a Villám (Electro) Archon, Raiden Shogun irányítja. Ő bevezeti a Vision Hunt Decree nevű rendeletet, amely során az emberektől elveszik a Visionjeiket. Az ország polgárháborúba süllyed.</a:t>
            </a:r>
            <a:endParaRPr lang="hu-HU" sz="2000" b="1" i="1" dirty="0">
              <a:solidFill>
                <a:schemeClr val="bg1"/>
              </a:solidFill>
            </a:endParaRPr>
          </a:p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Végül kiderül, hogy a Raiden Shogun valójában egy báb, amelyet Ei irányít. Ei ráébred, hogy az örökkévalóság nem jelentheti azt, hogy a világ soha nem változik. A rendeletet megszüntetik.</a:t>
            </a:r>
            <a:endParaRPr lang="hu-HU" sz="2000" b="1" i="1" dirty="0">
              <a:solidFill>
                <a:schemeClr val="bg1"/>
              </a:solidFill>
            </a:endParaRPr>
          </a:p>
          <a:p>
            <a:endParaRPr lang="hu-HU" sz="2000" b="1" i="1" dirty="0">
              <a:solidFill>
                <a:schemeClr val="bg1"/>
              </a:solidFill>
            </a:endParaRPr>
          </a:p>
        </p:txBody>
      </p:sp>
      <p:pic>
        <p:nvPicPr>
          <p:cNvPr id="5" name="Kép 4" descr="Raiden Ei VS Raiden Shogun (Puppet) - Genshin Impact - YouTube">
            <a:extLst>
              <a:ext uri="{FF2B5EF4-FFF2-40B4-BE49-F238E27FC236}">
                <a16:creationId xmlns:a16="http://schemas.microsoft.com/office/drawing/2014/main" id="{66DC25E8-E635-83CD-90FC-FB6C2FED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971" y="168876"/>
            <a:ext cx="4699980" cy="2631989"/>
          </a:xfrm>
          <a:prstGeom prst="rect">
            <a:avLst/>
          </a:prstGeom>
        </p:spPr>
      </p:pic>
      <p:pic>
        <p:nvPicPr>
          <p:cNvPr id="4" name="Kép 3" descr="How to get to Inazuma in Genshin Impact | PC Gamer">
            <a:extLst>
              <a:ext uri="{FF2B5EF4-FFF2-40B4-BE49-F238E27FC236}">
                <a16:creationId xmlns:a16="http://schemas.microsoft.com/office/drawing/2014/main" id="{37881748-1F72-2622-4B8E-EA15352D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19" y="3183766"/>
            <a:ext cx="4810874" cy="2694089"/>
          </a:xfrm>
          <a:prstGeom prst="rect">
            <a:avLst/>
          </a:prstGeom>
        </p:spPr>
      </p:pic>
      <p:pic>
        <p:nvPicPr>
          <p:cNvPr id="6" name="Kép 5" descr="Electro | Genshin Impact Wiki">
            <a:extLst>
              <a:ext uri="{FF2B5EF4-FFF2-40B4-BE49-F238E27FC236}">
                <a16:creationId xmlns:a16="http://schemas.microsoft.com/office/drawing/2014/main" id="{FE4E4C78-00AB-0057-8F26-C39AD77FC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07" y="2456829"/>
            <a:ext cx="1458430" cy="14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6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AE48C4B-3A90-42C3-BA00-6092B4771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CEC179-7276-2272-7EEB-A5E1077C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5400" b="1" i="1">
                <a:solidFill>
                  <a:schemeClr val="bg1"/>
                </a:solidFill>
              </a:rPr>
              <a:t>Sumeru</a:t>
            </a:r>
            <a:endParaRPr lang="hu-HU" sz="5400" i="1">
              <a:solidFill>
                <a:schemeClr val="bg1"/>
              </a:solidFill>
            </a:endParaRPr>
          </a:p>
        </p:txBody>
      </p:sp>
      <p:pic>
        <p:nvPicPr>
          <p:cNvPr id="5" name="Kép 4" descr="Nahida has become my new favourite character in Genshin Impact. :  r/Genshin_Impact">
            <a:extLst>
              <a:ext uri="{FF2B5EF4-FFF2-40B4-BE49-F238E27FC236}">
                <a16:creationId xmlns:a16="http://schemas.microsoft.com/office/drawing/2014/main" id="{7D90CAB0-645F-05AF-F51D-BEE479D21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5" b="1"/>
          <a:stretch>
            <a:fillRect/>
          </a:stretch>
        </p:blipFill>
        <p:spPr>
          <a:xfrm>
            <a:off x="20" y="10"/>
            <a:ext cx="4041316" cy="4193753"/>
          </a:xfrm>
          <a:custGeom>
            <a:avLst/>
            <a:gdLst/>
            <a:ahLst/>
            <a:cxnLst/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F919E280-CA27-4214-97E6-294E0C3BC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46318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Sumeru (Genshin Impact) - Wikipedia">
            <a:extLst>
              <a:ext uri="{FF2B5EF4-FFF2-40B4-BE49-F238E27FC236}">
                <a16:creationId xmlns:a16="http://schemas.microsoft.com/office/drawing/2014/main" id="{19AF892C-1C3B-BA20-F0A7-CC8C8D96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09" r="925" b="-3"/>
          <a:stretch>
            <a:fillRect/>
          </a:stretch>
        </p:blipFill>
        <p:spPr>
          <a:xfrm>
            <a:off x="1" y="4267200"/>
            <a:ext cx="4051081" cy="2590800"/>
          </a:xfrm>
          <a:custGeom>
            <a:avLst/>
            <a:gdLst/>
            <a:ahLst/>
            <a:cxnLst/>
            <a:rect l="l" t="t" r="r" b="b"/>
            <a:pathLst>
              <a:path w="4051081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cubicBezTo>
                  <a:pt x="4042100" y="1477465"/>
                  <a:pt x="4059584" y="1566941"/>
                  <a:pt x="4046914" y="1661622"/>
                </a:cubicBezTo>
                <a:cubicBezTo>
                  <a:pt x="4039566" y="1720003"/>
                  <a:pt x="4037919" y="177965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DBA40E-7694-6576-EB3B-FE07FA1CD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Sumerut az Akademiya tudósai uralják. A Dendro (növény) Archon, Nahida gyakorlatilag fogoly saját országában.</a:t>
            </a:r>
            <a:endParaRPr lang="hu-HU" sz="2200" b="1" i="1">
              <a:solidFill>
                <a:schemeClr val="bg1"/>
              </a:solidFill>
            </a:endParaRPr>
          </a:p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Az Utazó rájön, hogy az emberek álmait titokban felhasználják egy hatalmas tervhez. A Fatui egyik Harbingere, Scaramouche megpróbál mesterséges istenséggé válni.</a:t>
            </a:r>
            <a:endParaRPr lang="hu-HU" sz="2200" b="1" i="1">
              <a:solidFill>
                <a:schemeClr val="bg1"/>
              </a:solidFill>
            </a:endParaRPr>
          </a:p>
          <a:p>
            <a:r>
              <a:rPr lang="hu-HU" sz="2200" b="1" i="1">
                <a:solidFill>
                  <a:schemeClr val="bg1"/>
                </a:solidFill>
                <a:ea typeface="+mn-lt"/>
                <a:cs typeface="+mn-lt"/>
              </a:rPr>
              <a:t>Hosszú harc után az Utazó és Nahida megállítják. Nahida később fontos információkat szerez az elveszett testvérről és Teyvat múltjáról.</a:t>
            </a:r>
            <a:endParaRPr lang="hu-HU" sz="2200" b="1" i="1">
              <a:solidFill>
                <a:schemeClr val="bg1"/>
              </a:solidFill>
            </a:endParaRPr>
          </a:p>
          <a:p>
            <a:endParaRPr lang="hu-HU" sz="2200" dirty="0">
              <a:solidFill>
                <a:schemeClr val="bg1"/>
              </a:solidFill>
            </a:endParaRPr>
          </a:p>
        </p:txBody>
      </p:sp>
      <p:pic>
        <p:nvPicPr>
          <p:cNvPr id="6" name="Kép 5" descr="Dendro | Genshin Impact Wiki">
            <a:extLst>
              <a:ext uri="{FF2B5EF4-FFF2-40B4-BE49-F238E27FC236}">
                <a16:creationId xmlns:a16="http://schemas.microsoft.com/office/drawing/2014/main" id="{F636657B-D0F3-B24D-7E0F-2FD04D47C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33" y="3505959"/>
            <a:ext cx="1480517" cy="151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00B04D-C7B3-C59E-8325-FFC8D5C8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hu-HU" sz="5200" b="1" i="1">
                <a:solidFill>
                  <a:schemeClr val="bg1"/>
                </a:solidFill>
              </a:rPr>
              <a:t>Fontaine</a:t>
            </a:r>
            <a:endParaRPr lang="hu-HU" sz="52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Kép 3" descr="Furina and Focalors Fan Art Genshin Impact | HoYoLAB">
            <a:extLst>
              <a:ext uri="{FF2B5EF4-FFF2-40B4-BE49-F238E27FC236}">
                <a16:creationId xmlns:a16="http://schemas.microsoft.com/office/drawing/2014/main" id="{4DDDCD74-39A2-2DB6-879A-60FE3806C7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033"/>
          <a:stretch>
            <a:fillRect/>
          </a:stretch>
        </p:blipFill>
        <p:spPr>
          <a:xfrm>
            <a:off x="7684008" y="10"/>
            <a:ext cx="4507992" cy="29345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977B83-F307-D59C-21C2-51B263FE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Fontaine-ben minden a törvények körül forog. Az Archon látszólag Furina. Valódi isten neve Focalors.</a:t>
            </a:r>
            <a:endParaRPr lang="hu-HU" sz="1700" b="1" i="1">
              <a:solidFill>
                <a:schemeClr val="bg1"/>
              </a:solidFill>
            </a:endParaRP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Az Utazó azonban rájön, hogy Furina valójában nem igazi Archon. A valódi terv évszázadokon keresztül zajlott azért, hogy megmentsék Fontaine népét egy közelgő világvégi jóslattól.</a:t>
            </a:r>
            <a:endParaRPr lang="hu-HU" sz="1700" b="1" i="1">
              <a:solidFill>
                <a:schemeClr val="bg1"/>
              </a:solidFill>
            </a:endParaRP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 történet egyik legnagyobb fordulata, hogy Neuvillette egy ősi Sárkányúr, aki visszaszerzi eredeti hatalmát. A jóslat végül beteljesül, de Fontaine népe túléli.</a:t>
            </a:r>
            <a:endParaRPr lang="hu-HU" sz="1700" b="1" i="1">
              <a:solidFill>
                <a:schemeClr val="bg1"/>
              </a:solidFill>
            </a:endParaRPr>
          </a:p>
          <a:p>
            <a:endParaRPr lang="hu-HU" sz="1700" dirty="0">
              <a:solidFill>
                <a:schemeClr val="bg1"/>
              </a:solidFill>
            </a:endParaRPr>
          </a:p>
        </p:txBody>
      </p:sp>
      <p:pic>
        <p:nvPicPr>
          <p:cNvPr id="5" name="Kép 4" descr="How to get to Fontaine in Genshin Impact | Eurogamer.net">
            <a:extLst>
              <a:ext uri="{FF2B5EF4-FFF2-40B4-BE49-F238E27FC236}">
                <a16:creationId xmlns:a16="http://schemas.microsoft.com/office/drawing/2014/main" id="{172C4FBE-D0D8-7D30-4E31-037EA917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55" r="2" b="2"/>
          <a:stretch>
            <a:fillRect/>
          </a:stretch>
        </p:blipFill>
        <p:spPr>
          <a:xfrm>
            <a:off x="7684008" y="3172968"/>
            <a:ext cx="4507992" cy="3685032"/>
          </a:xfrm>
          <a:prstGeom prst="rect">
            <a:avLst/>
          </a:prstGeom>
        </p:spPr>
      </p:pic>
      <p:pic>
        <p:nvPicPr>
          <p:cNvPr id="6" name="Kép 5" descr="Hydro Characters, Elemental Reactions, and Resonance - Genshin Impact - Icy  Veins">
            <a:extLst>
              <a:ext uri="{FF2B5EF4-FFF2-40B4-BE49-F238E27FC236}">
                <a16:creationId xmlns:a16="http://schemas.microsoft.com/office/drawing/2014/main" id="{FABDEB66-4D54-FBFB-2E83-475B4A777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697" y="2556220"/>
            <a:ext cx="1624082" cy="15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3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Natlan Overview - Genshin Impact - Icy Veins">
            <a:extLst>
              <a:ext uri="{FF2B5EF4-FFF2-40B4-BE49-F238E27FC236}">
                <a16:creationId xmlns:a16="http://schemas.microsoft.com/office/drawing/2014/main" id="{EED06C25-FFD1-12FB-582D-714C5F51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88" r="-1" b="-1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5" name="Kép 4" descr="Genshin Impact 5.3 Leaks: Mavuika Already Has One Of The Funniest Bugs In  The Game">
            <a:extLst>
              <a:ext uri="{FF2B5EF4-FFF2-40B4-BE49-F238E27FC236}">
                <a16:creationId xmlns:a16="http://schemas.microsoft.com/office/drawing/2014/main" id="{584A8BF1-2CEB-DDE1-2768-B75E36934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7919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8BC67B0-A65E-FDB8-7106-2BA41B34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hu-HU" sz="3400" b="1" i="1">
                <a:solidFill>
                  <a:schemeClr val="bg1"/>
                </a:solidFill>
              </a:rPr>
              <a:t>Natlan</a:t>
            </a:r>
            <a:endParaRPr lang="hu-HU" sz="34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DEC948-9863-035A-9BB2-F7CC08FA3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Natlan a Pyro (tűz) Archon, Mavuika országa.</a:t>
            </a:r>
            <a:endParaRPr lang="hu-HU" sz="2000" b="1" i="1">
              <a:solidFill>
                <a:schemeClr val="bg1"/>
              </a:solidFill>
            </a:endParaRPr>
          </a:p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Itt az Utazó egy olyan konfliktusba kerül, amely az Abyss erői ellen zajlik.</a:t>
            </a:r>
            <a:endParaRPr lang="hu-HU" sz="2000" b="1" i="1">
              <a:solidFill>
                <a:schemeClr val="bg1"/>
              </a:solidFill>
            </a:endParaRPr>
          </a:p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Natlan népe folyamatosan harcol a Sötétség ellen, és az ország története szorosan kapcsolódik az 500 évvel korábbi katasztrófához.</a:t>
            </a:r>
            <a:endParaRPr lang="hu-HU" sz="2000" b="1" i="1">
              <a:solidFill>
                <a:schemeClr val="bg1"/>
              </a:solidFill>
            </a:endParaRPr>
          </a:p>
          <a:p>
            <a:r>
              <a:rPr lang="hu-HU" sz="2000" b="1" i="1">
                <a:solidFill>
                  <a:schemeClr val="bg1"/>
                </a:solidFill>
                <a:ea typeface="+mn-lt"/>
                <a:cs typeface="+mn-lt"/>
              </a:rPr>
              <a:t>Az események során még több részlet derül ki Khaenri'ahról és az Abyss valódi természetéről.</a:t>
            </a:r>
            <a:endParaRPr lang="hu-HU" sz="2000" b="1" i="1">
              <a:solidFill>
                <a:schemeClr val="bg1"/>
              </a:solidFill>
            </a:endParaRPr>
          </a:p>
          <a:p>
            <a:endParaRPr lang="hu-HU" sz="2000"/>
          </a:p>
        </p:txBody>
      </p:sp>
      <p:pic>
        <p:nvPicPr>
          <p:cNvPr id="6" name="Kép 5" descr="Pyro red logo Genshin by KAKOMI740 on DeviantArt">
            <a:extLst>
              <a:ext uri="{FF2B5EF4-FFF2-40B4-BE49-F238E27FC236}">
                <a16:creationId xmlns:a16="http://schemas.microsoft.com/office/drawing/2014/main" id="{58EABAA0-B39A-0AA4-030F-FC6BD7FF5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321" y="2651057"/>
            <a:ext cx="1506055" cy="14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2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9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ether as abyss prince : r/Aether_Mains">
            <a:extLst>
              <a:ext uri="{FF2B5EF4-FFF2-40B4-BE49-F238E27FC236}">
                <a16:creationId xmlns:a16="http://schemas.microsoft.com/office/drawing/2014/main" id="{7E6DEB88-C052-0A4B-8148-BD131A7E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" r="-1" b="17553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4" name="Kép 3" descr="Khaenri'ah | Genshin Impact Wiki | Fandom">
            <a:extLst>
              <a:ext uri="{FF2B5EF4-FFF2-40B4-BE49-F238E27FC236}">
                <a16:creationId xmlns:a16="http://schemas.microsoft.com/office/drawing/2014/main" id="{BA378D4A-DBE0-2F00-4559-47D1603B3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05" r="-1" b="881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29" name="Freeform: Shape 11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13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3F8F3E8-01CB-44EE-53DB-2B2526CC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hu-HU" sz="3400" b="1" i="1">
                <a:solidFill>
                  <a:schemeClr val="bg1"/>
                </a:solidFill>
                <a:ea typeface="+mj-lt"/>
                <a:cs typeface="+mj-lt"/>
              </a:rPr>
              <a:t>Khaenri'ah</a:t>
            </a:r>
            <a:endParaRPr lang="hu-HU" sz="3400" b="1" i="1">
              <a:solidFill>
                <a:schemeClr val="bg1"/>
              </a:solidFill>
            </a:endParaRPr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1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6FA4C9-54A9-FEDD-429C-B2F811B14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 történet egyik legfontosabb része, amikor az Utazó végre találkozik az ikertestvérével.</a:t>
            </a:r>
            <a:endParaRPr lang="hu-HU" sz="1700" b="1" i="1">
              <a:solidFill>
                <a:schemeClr val="bg1"/>
              </a:solidFill>
            </a:endParaRP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A testvér azonban nem akar hazatérni. Ő az Abyss Order oldalán áll, és azt mondja: „Utazd be ezt a világot, és akkor megérted az igazságot.”</a:t>
            </a:r>
            <a:endParaRPr lang="hu-HU" sz="1700" b="1" i="1">
              <a:solidFill>
                <a:schemeClr val="bg1"/>
              </a:solidFill>
            </a:endParaRPr>
          </a:p>
          <a:p>
            <a:r>
              <a:rPr lang="hu-HU" sz="1700" b="1" i="1">
                <a:solidFill>
                  <a:schemeClr val="bg1"/>
                </a:solidFill>
                <a:ea typeface="+mn-lt"/>
                <a:cs typeface="+mn-lt"/>
              </a:rPr>
              <a:t>Később kiderül, hogy 500 évvel korábban létezett egy fejlett ország, Khaenri'ah. Az országot egy hatalmas katasztrófa pusztította el. Lakóinak egy részét szörnyekké változtatták, másokat halhatatlansággal sújtottak.</a:t>
            </a:r>
            <a:endParaRPr lang="hu-HU" sz="1700" b="1" i="1">
              <a:solidFill>
                <a:schemeClr val="bg1"/>
              </a:solidFill>
            </a:endParaRPr>
          </a:p>
          <a:p>
            <a:endParaRPr lang="hu-HU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0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Office-téma</vt:lpstr>
      <vt:lpstr>Genshin Impact tut :)</vt:lpstr>
      <vt:lpstr>A kezdet és az ismeretlen isten.</vt:lpstr>
      <vt:lpstr>Mondstand</vt:lpstr>
      <vt:lpstr>Liyue</vt:lpstr>
      <vt:lpstr>Inazuma</vt:lpstr>
      <vt:lpstr>Sumeru</vt:lpstr>
      <vt:lpstr>Fontaine</vt:lpstr>
      <vt:lpstr>Natlan</vt:lpstr>
      <vt:lpstr>Khaenri'ah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296</cp:revision>
  <dcterms:created xsi:type="dcterms:W3CDTF">2026-06-03T11:53:51Z</dcterms:created>
  <dcterms:modified xsi:type="dcterms:W3CDTF">2026-06-03T18:37:21Z</dcterms:modified>
</cp:coreProperties>
</file>